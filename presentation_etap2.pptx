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9728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 ·  ДЕМО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Демонстрация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Модуля ETL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14630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51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новостей из TT-RSS через JSON API   →   формирование тематического корпуса   →   единый R DataFrame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914400"/>
            <a:ext cx="1188720" cy="1188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5760720"/>
            <a:ext cx="141732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760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TT-RSS API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04872" y="5760720"/>
            <a:ext cx="1060704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04872" y="57607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4.5.3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30168" y="5760720"/>
            <a:ext cx="941832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0168" y="5760720"/>
            <a:ext cx="941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ttrssR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36592" y="5760720"/>
            <a:ext cx="1179576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576072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5760720"/>
            <a:ext cx="141732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5760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data.frame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github.com/AlexeyPetrov1/news-ai-aggregator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МЕСТО В СИСТЕМЕ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делает Модуль ETL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 R-пакета ttrssR — мост между агрегатором RSS и аналитическим конвейером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37744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057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TT-RSS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· 16 фидов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59436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20440" y="1874520"/>
            <a:ext cx="2377440" cy="169164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574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ETL-модуль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2044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ttrss_api.R · login → fetch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97880" y="2697480"/>
            <a:ext cx="59436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492240" y="1874520"/>
            <a:ext cx="237744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0574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DataFrame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9224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data/news_raw.rds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869680" y="2697480"/>
            <a:ext cx="59436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9464040" y="1874520"/>
            <a:ext cx="237744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20574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640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ML-модуль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46404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LDA-классификация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52044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 НАШ КОМПОНЕНТ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251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Три задачи модуля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548640" y="4800600"/>
            <a:ext cx="3694176" cy="1417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8640" y="4800600"/>
            <a:ext cx="109728" cy="141732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45920" y="4983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Аутентификация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960120" y="5577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SID-сессии через TT-RSS JSON API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334256" y="4800600"/>
            <a:ext cx="3694176" cy="1417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334256" y="4800600"/>
            <a:ext cx="109728" cy="141732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5029200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31536" y="4983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Извлечение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4745736" y="5577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headlines + article по категориям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8119872" y="4800600"/>
            <a:ext cx="3694176" cy="14173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119872" y="4800600"/>
            <a:ext cx="109728" cy="14173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352" y="5029200"/>
            <a:ext cx="502920" cy="5029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217152" y="4983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Трансформация</a:t>
            </a:r>
            <a:endParaRPr lang="en-US" sz="1800" dirty="0"/>
          </a:p>
        </p:txBody>
      </p:sp>
      <p:sp>
        <p:nvSpPr>
          <p:cNvPr id="40" name="Text 31"/>
          <p:cNvSpPr/>
          <p:nvPr/>
        </p:nvSpPr>
        <p:spPr>
          <a:xfrm>
            <a:off x="8531352" y="55778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ответа в плоский data.frame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ETL-модуля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807689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 ·  ETL  ·  ttrssR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АУТЕНТИФИКАЦИЯ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Подключение к TT-RSS JSON API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вызовы — POST на /api/  с JSON-телом  { op, sid, ... 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Поток аутентификации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496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   op = login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user, password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48640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93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возвращает SID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session_id: "..."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486400" cy="1005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690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идёт во все запросы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headlines  ·  article  ·  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Код  ·  ttrss_login()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63640" y="2331720"/>
            <a:ext cx="5486400" cy="40233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331720"/>
            <a:ext cx="548640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245059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6601968" y="245059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03136" y="245059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R/ttrss_api.R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788920"/>
            <a:ext cx="5212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ttrss_login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function(host, user, pwd) {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 &lt;- list(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 = 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user = user, password = pwd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 &lt;- </a:t>
            </a:r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  = paste0(host, 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"/api/"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= </a:t>
            </a:r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toJSON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(body, auto_unbox = TRUE)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вернуть SID-токен сессии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fromJSON</a:t>
            </a:r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(res)$content$session_id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 ·  аутентификация в TT-RSS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7689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 ·  ETL  ·  ttrssR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API ПАКЕТА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Публичный API ETL-модуля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функции из R/ttrss_api.R — всё, что нужно пользователю пакета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94176" cy="49377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694176" cy="1645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1892808" y="2240280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1408" y="246888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3429000"/>
            <a:ext cx="3328416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42900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ttrss_login(host, user, password)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40233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character (SID)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38912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сессию. Выполняет POST с op="login" и возвращает токен для последующих вызовов.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534924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5577840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— URL TT-RSS-сервера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имя пользователя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— пароль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1874520"/>
            <a:ext cx="3694176" cy="49377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70832" y="1874520"/>
            <a:ext cx="3694176" cy="1645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0" y="2240280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4530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468880"/>
            <a:ext cx="548640" cy="5486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53712" y="3429000"/>
            <a:ext cx="3328416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6"/>
          <p:cNvSpPr/>
          <p:nvPr/>
        </p:nvSpPr>
        <p:spPr>
          <a:xfrm>
            <a:off x="4645152" y="342900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ttrss_get_headlines(sid, cat_id, limit)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53712" y="40233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data.frame (заголовки)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645152" y="438912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список заголовков по категории. Не возвращает полные тексты — только метаданные.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645152" y="534924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645152" y="5577840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cat_id — id категории (-4 = все)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— макс. число статей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опциональные фильтры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93024" y="1874520"/>
            <a:ext cx="3694176" cy="49377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193024" y="1874520"/>
            <a:ext cx="3694176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3"/>
          <p:cNvSpPr/>
          <p:nvPr/>
        </p:nvSpPr>
        <p:spPr>
          <a:xfrm>
            <a:off x="9537192" y="2240280"/>
            <a:ext cx="1005840" cy="100584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0B98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468880"/>
            <a:ext cx="548640" cy="54864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8375904" y="3429000"/>
            <a:ext cx="3328416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5"/>
          <p:cNvSpPr/>
          <p:nvPr/>
        </p:nvSpPr>
        <p:spPr>
          <a:xfrm>
            <a:off x="8467344" y="342900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ttrss_get_article(sid, article_ids)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375904" y="4023360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data.frame (полные тексты)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8467344" y="438912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Догружает полный HTML и текст статьи по списку идентификаторов. Дополняет результат headlines.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467344" y="534924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467344" y="5577840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article_ids — вектор id статей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content + content_text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·  3 функции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07689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 ·  ETL  ·  ttrssR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ИСТОЧНИКИ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собирает ETL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— APT / Threat Intelligence (атаки и угрозы в кибербезопасности)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6880" y="502920"/>
            <a:ext cx="2468880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0" y="502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1024128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RSS-лент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категории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532120" cy="2240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109728" cy="2240280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Research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166360" y="2103120"/>
            <a:ext cx="685800" cy="3840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5166360" y="21031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лент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265176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Mandiant Blog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Securelist (Kaspersky)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Unit42 (Palo Alto)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 WeLiveSecurity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Future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1828800"/>
            <a:ext cx="5532120" cy="2240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828800"/>
            <a:ext cx="109728" cy="2240280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5740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News (EN)</a:t>
            </a:r>
            <a:endParaRPr lang="en-US" sz="1900" dirty="0"/>
          </a:p>
        </p:txBody>
      </p:sp>
      <p:sp>
        <p:nvSpPr>
          <p:cNvPr id="19" name="Shape 15"/>
          <p:cNvSpPr/>
          <p:nvPr/>
        </p:nvSpPr>
        <p:spPr>
          <a:xfrm>
            <a:off x="10835640" y="2103120"/>
            <a:ext cx="68580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6"/>
          <p:cNvSpPr/>
          <p:nvPr/>
        </p:nvSpPr>
        <p:spPr>
          <a:xfrm>
            <a:off x="10835640" y="21031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лент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29400" y="265176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BleepingComputer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Hacker News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Krebs on Security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Reading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4206240"/>
            <a:ext cx="5532120" cy="2240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48640" y="4206240"/>
            <a:ext cx="109728" cy="2240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0876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 / Government</a:t>
            </a:r>
            <a:endParaRPr lang="en-US" sz="1900" dirty="0"/>
          </a:p>
        </p:txBody>
      </p:sp>
      <p:sp>
        <p:nvSpPr>
          <p:cNvPr id="26" name="Shape 21"/>
          <p:cNvSpPr/>
          <p:nvPr/>
        </p:nvSpPr>
        <p:spPr>
          <a:xfrm>
            <a:off x="5166360" y="4480560"/>
            <a:ext cx="68580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2"/>
          <p:cNvSpPr/>
          <p:nvPr/>
        </p:nvSpPr>
        <p:spPr>
          <a:xfrm>
            <a:off x="5166360" y="44805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лент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60120" y="50292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US-CERT Alerts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Advisories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217920" y="4206240"/>
            <a:ext cx="5532120" cy="2240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17920" y="4206240"/>
            <a:ext cx="109728" cy="22402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43484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17804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APT / Russia</a:t>
            </a:r>
            <a:endParaRPr lang="en-US" sz="1900" dirty="0"/>
          </a:p>
        </p:txBody>
      </p:sp>
      <p:sp>
        <p:nvSpPr>
          <p:cNvPr id="33" name="Shape 27"/>
          <p:cNvSpPr/>
          <p:nvPr/>
        </p:nvSpPr>
        <p:spPr>
          <a:xfrm>
            <a:off x="10835640" y="4480560"/>
            <a:ext cx="68580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28"/>
          <p:cNvSpPr/>
          <p:nvPr/>
        </p:nvSpPr>
        <p:spPr>
          <a:xfrm>
            <a:off x="10835640" y="44805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лент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629400" y="50292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BI.ZONE Blog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Technologies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Expert Security Center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Kaspersky Threats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1"/>
          <p:cNvSpPr/>
          <p:nvPr/>
        </p:nvSpPr>
        <p:spPr>
          <a:xfrm>
            <a:off x="777240" y="619963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data-raw/add_security_feeds.R  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login → subscribeToFeed → updateFeed → проверка статуса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данных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807689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 ·  ETL  ·  ttrssR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Выход ETL — единый R DataFrame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data/news_raw.rds — плоская таблица, готовая для классификации и записи в ClickHouse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Схема data.frame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4206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article_id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Уникальный id статьи в TT-RSS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character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Заголовок статьи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character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HTML-контент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content_text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character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Очищенный текст без тегов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character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Ссылка на оригинал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feed_title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character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Название RSS-источника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published_at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POSIXct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 публикации (UTC)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is_unread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logical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Флаг непрочитанной статьи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is_starred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logical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Флаг избранного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Параметры выгрузки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80960" y="2286000"/>
            <a:ext cx="4114800" cy="141732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0" y="23317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340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7680960" y="3154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СТАТЕЙ В DATAFRAME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3886200"/>
            <a:ext cx="4114800" cy="960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0" y="3886200"/>
            <a:ext cx="109728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data/news_raw.rds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80960" y="5029200"/>
            <a:ext cx="4114800" cy="1280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0" y="53949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saveRDS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"data/news_raw.rds"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двоичный формат R · быстрая загрузка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ETL  ·  DataFrame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7689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 ·  ETL  ·  ttrssR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ПОТОК ВЫПОЛНЕНИЯ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Демонстрация: запуск ETL за 5 шагов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сценарий — от пустого TT-RSS до сохранённого корпуса в .rds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868680" cy="8686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Запуск стека TT-RSS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TT-RSS на :8280  ·  PostgreSQL готов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984248"/>
            <a:ext cx="5669280" cy="6492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984248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 ttrss ttrss-db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6424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88920"/>
            <a:ext cx="868680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54480" y="2862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Регистрация 16 RSS-источников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Threat Research (5)  ·  Attack News (4)  ·  CERT (2)  ·  APT/RU (4)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898648"/>
            <a:ext cx="5669280" cy="6492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898648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source("data-raw/add_security_feeds.R")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6424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03320"/>
            <a:ext cx="868680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03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554480" y="3776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Авторизация и сбор заголовков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Получено: 340 заголовков из 16 фидов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813048"/>
            <a:ext cx="5669280" cy="6492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813048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sid &lt;- ttrss_login(host, user, pwd)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art &lt;- ttrss_get_headlines(sid, cat_id = -4, limit = 1000)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1106424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617720"/>
            <a:ext cx="868680" cy="8686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617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554480" y="4690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Догрузка полных текстов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5074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data.frame: 340 × 9 столбцов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4727448"/>
            <a:ext cx="5669280" cy="6492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4727448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full &lt;- ttrss_get_article(sid, art$article_id)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df   &lt;- merge(art, full, by = "article_id")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5532120"/>
            <a:ext cx="868680" cy="868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532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554480" y="5605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Сохранение корпуса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54480" y="5989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Файл создан · готов для LDA-классификации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52160" y="5641848"/>
            <a:ext cx="5669280" cy="6492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5641848"/>
            <a:ext cx="5486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saveRDS(df, "data/news_raw.rds")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 ·  5 шагов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76895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  ·  ETL  ·  ttrssR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ДЕМО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ETL-модуль работает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2606040" cy="20116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26060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RSS-ЛЕНТ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зарегистрированы автоматически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06040" cy="20116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103120"/>
            <a:ext cx="26060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340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291840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СТАТЕЙ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собрано через JSON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606040" cy="20116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103120"/>
            <a:ext cx="26060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6035040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ПОЛЕЙ DF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плоская схема data.frame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0" y="2103120"/>
            <a:ext cx="2606040" cy="20116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2103120"/>
            <a:ext cx="260604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8778240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API-ФУНКЦИИ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headlines · article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ПОДТВЕРДИЛА ДЕМОНСТРАЦИЯ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0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012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TT-RSS отдаёт данные через JSON API стабильно для всех 16 фидов</a:t>
            </a:r>
            <a:endParaRPr lang="en-US" sz="14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292608" cy="29260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60120" y="5093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SID работает корректно для всех последующих вызовов</a:t>
            </a:r>
            <a:endParaRPr lang="en-US" sz="14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22976"/>
            <a:ext cx="292608" cy="29260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60120" y="54772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ttrssR успешно нормализует ответ API в плоский data.frame</a:t>
            </a:r>
            <a:endParaRPr lang="en-US" sz="14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907024"/>
            <a:ext cx="292608" cy="2926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60120" y="58613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сохраняется в data/news_raw.rds и готов к классификации (этап 3)</a:t>
            </a:r>
            <a:endParaRPr lang="en-US" sz="14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291072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0120" y="6245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воспроизводим: запуск из чистого окружения занимает менее 5 минут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7589520" y="6446520"/>
            <a:ext cx="438912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649224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092440" y="6446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github.com/AlexeyPetrov1/news-ai-aggregator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4864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этап  →  ML-модуль  ·  LDA-классификация  ·  k = 8 тем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Этап 2 · Демонстрация Модуля ETL</dc:title>
  <dc:subject>PptxGenJS Presentation</dc:subject>
  <dc:creator>ttrssR project</dc:creator>
  <cp:lastModifiedBy>ttrssR project</cp:lastModifiedBy>
  <cp:revision>1</cp:revision>
  <dcterms:created xsi:type="dcterms:W3CDTF">2026-04-25T06:28:40Z</dcterms:created>
  <dcterms:modified xsi:type="dcterms:W3CDTF">2026-04-25T06:28:40Z</dcterms:modified>
</cp:coreProperties>
</file>