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02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  ·  ПРЕРЕЛИЗ-ЧЕКАП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ttrssR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AI-агрегатор новостей по кибербезопасности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Продуктивизация решения · автоматизация · MCP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github.com/AlexeyPetrov1/news-ai-aggregator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конвейер обработки новостей кибербезопасности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строим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сбора RSS-лент до готовой витрины с тематической классификацией. На R, в Docker, с ClickHouse и тремя независимыми бэкендами классификации.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кого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24231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Аналитик-человек получает Shiny-дашборд с фильтрами и графиками. AI-агент получает MCP-сервер с инструментами поиска и статистики по корпусу.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3: автоматизация ingestion, Yandex GPT как closed-set классификатор, hardening MCP и ClickHouse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github.com/AlexeyPetrov1/news-ai-aggregator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Docker Compose — пять сервисов + scheduler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2628" y="2331720"/>
            <a:ext cx="132588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2628" y="24963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TT-RSS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628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RSS-лент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8236" y="233172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80844" y="2331720"/>
            <a:ext cx="132588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0844" y="24963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ttrssR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80844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LDA · ядро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6452" y="233172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09060" y="2331720"/>
            <a:ext cx="132588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9060" y="24963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09060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4668" y="233172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37276" y="2331720"/>
            <a:ext cx="132588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37276" y="24963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37276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веб-дашборд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72884" y="233172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65492" y="2331720"/>
            <a:ext cx="1325880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5492" y="24963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5492" y="2834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для AI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0" y="3749040"/>
            <a:ext cx="5486400" cy="5029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3749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· автоматический запуск ingestion каждые 6 минут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github.com/AlexeyPetrov1/news-ai-aggregator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варианта классификаций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выбор — переключаются конфигом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4340" y="2103120"/>
            <a:ext cx="26974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" y="2103120"/>
            <a:ext cx="2697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" y="28163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topicmodels · Gibbs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2940" y="318211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Тематическое моделирование без учителя. Метки тем формируются по топ-словам, k = 8.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3260" y="2103120"/>
            <a:ext cx="26974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3260" y="2103120"/>
            <a:ext cx="2697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345186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51860" y="28163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tidytext · stats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1860" y="318211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Кластеризация TF-IDF векторов. Лёгкая альтернатива LDA для быстрых прогонов.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12180" y="2103120"/>
            <a:ext cx="26974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12180" y="2103120"/>
            <a:ext cx="2697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624078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GPT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40780" y="28163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closed-set classifier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0780" y="318211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тем фиксирован, ответ модели валидируется и нормализуется. Fallback — Other.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github.com/AlexeyPetrov1/news-ai-aggregator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Shiny-дашборд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Веб-витрина для аналитика — обзор, темы, источники, динамика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00655" y="1737360"/>
            <a:ext cx="6542690" cy="310896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/home/claude/pre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375" y="1783080"/>
            <a:ext cx="645125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github.com/AlexeyPetrov1/news-ai-aggregator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 системе сейчас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 собран автоматически, без ручных запусков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460+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3383280"/>
            <a:ext cx="54864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статей в корпусе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3246120" y="3383280"/>
            <a:ext cx="54864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RSS-лент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5349240" y="3383280"/>
            <a:ext cx="54864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 + Other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мин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>
            <a:off x="7452360" y="3383280"/>
            <a:ext cx="54864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github.com/AlexeyPetrov1/news-ai-aggregator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ПРОДУКТИВИЗАЦИЯ РЕШЕНИЯ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было сломано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Этапу 3 проект работал только локально, без автоматизации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13969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только с локальной машины — `Rscript fetch_news.R` руками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55117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Никакой автоматической загрузки новостей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96265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LLM возвращал «открытый текст», а не категорию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37413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большинстве случаев не велась запись в </a:t>
            </a:r>
            <a:r>
              <a:rPr lang="en-US" sz="13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78561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57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 собирал SQL без экранирования и ограничений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19709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пути и старые env-переменные (LLM_API_KEY)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github.com/AlexeyPetrov1/news-ai-aggregator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ПРОДУКТИВИЗАЦИЯ РЕШЕНИЯ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ingestion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Scheduler-контейнер берёт на себя весь ручной труд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17627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Периодический запуск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fetch_news.R запускается каждые 6 минут — без участия человека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779776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15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фидов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8895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add_security_feeds.R стартует на старте контейнера, идемпотентен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383280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18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Retry-логика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4930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Сетевые/TT-RSS ошибки не валят процесс — продолжаем по расписанию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986784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0965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ждёт ClickHouse, схема инициализируется один раз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2011680"/>
            <a:ext cx="3520440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2194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стека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25146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поднять TT-RSS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-p ttrss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docker/ttrss/docker-compose.yml up -d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включить API в UI TT-RSS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поднять остальное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github.com/AlexeyPetrov1/news-ai-aggregator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ПРОДУКТИВИЗАЦИЯ РЕШЕНИЯ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GPT → классификатор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«открытого текста» сделали строгий closed-set классификатор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77640" cy="2606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76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ответ модели — почти случайные метки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валидации формата ответа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повторов при сетевой ошибке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кэша — каждый прогон бьёт по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2011680"/>
            <a:ext cx="3977640" cy="26060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176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Фиксированный список DEFAULT_SECURITY_TOPICS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Строгая валидация и нормализация меток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с backoff + обязательный fallback Other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ответов и конфиг через UI Shiny</a:t>
            </a:r>
            <a:endParaRPr lang="ru-RU" sz="12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200" dirty="0"/>
              <a:t>Создан список тем для закрытой классификации. Ответы модели могут быть только среди них. В случае ошибки - пишем </a:t>
            </a:r>
            <a:r>
              <a:rPr lang="ru-RU" sz="1200" dirty="0" err="1"/>
              <a:t>Other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github.com/AlexeyPetrov1/news-ai-aggregator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ПРОДУКТИВИЗАЦИЯ РЕШЕНИЯ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и ClickHouse: hardening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данных и слой доступа перестали падать на «грязных» входах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77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97764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94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в search_articles: feed_title, date_from, date_to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2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граничение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limit ≤ 100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Безопасная сборка SQL и escaping для LIKE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Отдаёт уже классифицированный корпус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2011680"/>
            <a:ext cx="3977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011680"/>
            <a:ext cx="397764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194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writer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ch_write_articles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валидирует входные данные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Заполняет/фильтрует NA, приводит типы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Гарантирует полный </a:t>
            </a:r>
            <a:r>
              <a:rPr lang="en-US" sz="12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колонок</a:t>
            </a:r>
            <a:endParaRPr lang="en-US" sz="12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github.com/AlexeyPetrov1/news-ai-aggregator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ru-RU" sz="11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перед релизом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пункты ТЗ закрыты, продуктивизация завершена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статей из 14 RSS-лент через TT-RSS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ingestion каждые 6 минут (scheduler)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ru-RU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классификации: LDA, KMeans, Yandex GPT (closed-set)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в ClickHouse с валидацией типов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Shiny-дашборд: обзор, новости, источники, настройки Yandex GPT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 с фильтрами и безопасной сборкой SQL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06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стек поднимается тремя командами docker compose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8229600" cy="1645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github.com/AlexeyPetrov1/news-ai-aggregator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778</Words>
  <Application>Microsoft Office PowerPoint</Application>
  <PresentationFormat>Экран (16:9)</PresentationFormat>
  <Paragraphs>160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ttrssR — Этап 3: Пререлиз-чекап</dc:title>
  <dc:subject>PptxGenJS Presentation</dc:subject>
  <dc:creator>Алексей Петров</dc:creator>
  <cp:lastModifiedBy>frenchik</cp:lastModifiedBy>
  <cp:revision>8</cp:revision>
  <dcterms:created xsi:type="dcterms:W3CDTF">2026-05-02T08:05:28Z</dcterms:created>
  <dcterms:modified xsi:type="dcterms:W3CDTF">2026-05-02T08:39:38Z</dcterms:modified>
</cp:coreProperties>
</file>